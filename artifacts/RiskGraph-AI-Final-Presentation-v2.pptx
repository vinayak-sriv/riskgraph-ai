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1e30df8cb34d1f" /><Relationship Type="http://schemas.openxmlformats.org/officeDocument/2006/relationships/extended-properties" Target="/docProps/app.xml" Id="Rfa2ffe6a81374432" /><Relationship Type="http://schemas.openxmlformats.org/officeDocument/2006/relationships/officeDocument" Target="/ppt/presentation.xml" Id="R098360aa908641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a920d03b294c57"/>
  </p:sldMasterIdLst>
  <p:notesMasterIdLst>
    <p:notesMasterId xmlns:r="http://schemas.openxmlformats.org/officeDocument/2006/relationships" r:id="Rf8ee1304818c4a1c"/>
  </p:notesMasterIdLst>
  <p:sldIdLst>
    <p:sldId xmlns:r="http://schemas.openxmlformats.org/officeDocument/2006/relationships" id="256" r:id="Rd4d765f95ed344b7"/>
    <p:sldId xmlns:r="http://schemas.openxmlformats.org/officeDocument/2006/relationships" id="257" r:id="Rd657b98565a84db2"/>
    <p:sldId xmlns:r="http://schemas.openxmlformats.org/officeDocument/2006/relationships" id="258" r:id="Re15ab33396484911"/>
    <p:sldId xmlns:r="http://schemas.openxmlformats.org/officeDocument/2006/relationships" id="259" r:id="Rc01168847a8a4fd1"/>
    <p:sldId xmlns:r="http://schemas.openxmlformats.org/officeDocument/2006/relationships" id="260" r:id="Rb909e668faa94304"/>
    <p:sldId xmlns:r="http://schemas.openxmlformats.org/officeDocument/2006/relationships" id="261" r:id="R54f7eb6abaa44952"/>
    <p:sldId xmlns:r="http://schemas.openxmlformats.org/officeDocument/2006/relationships" id="262" r:id="R8e6fb65735ec4627"/>
    <p:sldId xmlns:r="http://schemas.openxmlformats.org/officeDocument/2006/relationships" id="263" r:id="Rdb159f20a21f4019"/>
    <p:sldId xmlns:r="http://schemas.openxmlformats.org/officeDocument/2006/relationships" id="264" r:id="Rb580442a54d642a5"/>
    <p:sldId xmlns:r="http://schemas.openxmlformats.org/officeDocument/2006/relationships" id="265" r:id="R84a9fb2acbd141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5a5d14fbc14c54" /><Relationship Type="http://schemas.openxmlformats.org/officeDocument/2006/relationships/slideMaster" Target="/ppt/slideMasters/slideMaster1.xml" Id="R3ca920d03b294c57" /><Relationship Type="http://schemas.openxmlformats.org/officeDocument/2006/relationships/notesMaster" Target="/ppt/notesMasters/notesMaster1.xml" Id="Rf8ee1304818c4a1c" /><Relationship Type="http://schemas.openxmlformats.org/officeDocument/2006/relationships/presProps" Target="/ppt/presProps.xml" Id="R2366761bfb12401d" /><Relationship Type="http://schemas.openxmlformats.org/officeDocument/2006/relationships/tableStyles" Target="/ppt/tableStyles.xml" Id="R914428740e284ea9" /><Relationship Type="http://schemas.openxmlformats.org/officeDocument/2006/relationships/slide" Target="/ppt/slides/slide1.xml" Id="Rd4d765f95ed344b7" /><Relationship Type="http://schemas.openxmlformats.org/officeDocument/2006/relationships/slide" Target="/ppt/slides/slide2.xml" Id="Rd657b98565a84db2" /><Relationship Type="http://schemas.openxmlformats.org/officeDocument/2006/relationships/slide" Target="/ppt/slides/slide3.xml" Id="Re15ab33396484911" /><Relationship Type="http://schemas.openxmlformats.org/officeDocument/2006/relationships/slide" Target="/ppt/slides/slide4.xml" Id="Rc01168847a8a4fd1" /><Relationship Type="http://schemas.openxmlformats.org/officeDocument/2006/relationships/slide" Target="/ppt/slides/slide5.xml" Id="Rb909e668faa94304" /><Relationship Type="http://schemas.openxmlformats.org/officeDocument/2006/relationships/slide" Target="/ppt/slides/slide6.xml" Id="R54f7eb6abaa44952" /><Relationship Type="http://schemas.openxmlformats.org/officeDocument/2006/relationships/slide" Target="/ppt/slides/slide7.xml" Id="R8e6fb65735ec4627" /><Relationship Type="http://schemas.openxmlformats.org/officeDocument/2006/relationships/slide" Target="/ppt/slides/slide8.xml" Id="Rdb159f20a21f4019" /><Relationship Type="http://schemas.openxmlformats.org/officeDocument/2006/relationships/slide" Target="/ppt/slides/slide9.xml" Id="Rb580442a54d642a5" /><Relationship Type="http://schemas.openxmlformats.org/officeDocument/2006/relationships/slide" Target="/ppt/slides/slide10.xml" Id="R84a9fb2acbd141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6407275d6c45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51cfb94f84716" /><Relationship Type="http://schemas.openxmlformats.org/officeDocument/2006/relationships/notesMaster" Target="/ppt/notesMasters/notesMaster1.xml" Id="R94a657a1515d49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55f72f166442f3" /><Relationship Type="http://schemas.openxmlformats.org/officeDocument/2006/relationships/notesMaster" Target="/ppt/notesMasters/notesMaster1.xml" Id="R71e77ce5711943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0aad57ff3404d" /><Relationship Type="http://schemas.openxmlformats.org/officeDocument/2006/relationships/notesMaster" Target="/ppt/notesMasters/notesMaster1.xml" Id="Rdc3411593e34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8585ed424a427d" /><Relationship Type="http://schemas.openxmlformats.org/officeDocument/2006/relationships/notesMaster" Target="/ppt/notesMasters/notesMaster1.xml" Id="Raff00f7711f3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7cd5dc7a7041a0" /><Relationship Type="http://schemas.openxmlformats.org/officeDocument/2006/relationships/notesMaster" Target="/ppt/notesMasters/notesMaster1.xml" Id="R79119f26db564e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fdbf602a5643a9" /><Relationship Type="http://schemas.openxmlformats.org/officeDocument/2006/relationships/notesMaster" Target="/ppt/notesMasters/notesMaster1.xml" Id="R837fa4b1f6b1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feeae954704ecd" /><Relationship Type="http://schemas.openxmlformats.org/officeDocument/2006/relationships/notesMaster" Target="/ppt/notesMasters/notesMaster1.xml" Id="R428d7566892e4a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4592e3d02b4314" /><Relationship Type="http://schemas.openxmlformats.org/officeDocument/2006/relationships/notesMaster" Target="/ppt/notesMasters/notesMaster1.xml" Id="R3ff4457dbaac48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122ee6ee7f44d1" /><Relationship Type="http://schemas.openxmlformats.org/officeDocument/2006/relationships/notesMaster" Target="/ppt/notesMasters/notesMaster1.xml" Id="Rdecbce8038cc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fe054212f944ea" /><Relationship Type="http://schemas.openxmlformats.org/officeDocument/2006/relationships/notesMaster" Target="/ppt/notesMasters/notesMaster1.xml" Id="Rd20b1357763b4f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§§1–5 and docs/evidence/mvp-access-2026-09-10/validated.json.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§1, §2 and §11; docs/threat-model.md.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§2–§4 and §11;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docs/evidence/mvp-access-2026-09-10/validated.json. Values: risk_before 22, risk_after 91, delta 69, one new path, CONFIRMED, BLOCK.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§9; docs/evidence/mvp-access-2026-09-10/summary.json.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§8 quality gates; docs/week-plan.md; docs/release-readiness.md. Status reflects the release-candidate branch before GitHub CI and human sign-off.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datasets/external-spring/observed-results-2026-09-13.json. Values are endpoint/auth recall only; vulnerability precision/recall/F1 remain unset.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commits d9ee95e and 3b31c0f on codex/week-7-16-release-gates; docs/runtime-guide.md;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tools/dev/verify_release.py; tools/release/package.py;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§8 quality gates; datasets/external-spring/HUMAN_REVIEW.md; docs/release-readiness.md.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28f2a8c2b46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19f80d92c44827" /><Relationship Type="http://schemas.openxmlformats.org/officeDocument/2006/relationships/slideLayout" Target="/ppt/slideLayouts/slideLayout1.xml" Id="R874700b9609444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700b96094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42a5fd0b6445b" /><Relationship Type="http://schemas.openxmlformats.org/officeDocument/2006/relationships/notesSlide" Target="/ppt/notesSlides/notesSlide1.xml" Id="Rf120fb1220c04f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b310c62044350" /><Relationship Type="http://schemas.openxmlformats.org/officeDocument/2006/relationships/notesSlide" Target="/ppt/notesSlides/notesSlide2.xml" Id="Rbd3a08df04164b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776bbd0464ba3" /><Relationship Type="http://schemas.openxmlformats.org/officeDocument/2006/relationships/notesSlide" Target="/ppt/notesSlides/notesSlide3.xml" Id="Ra4a42228145a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190d128974287" /><Relationship Type="http://schemas.openxmlformats.org/officeDocument/2006/relationships/chart" Target="/ppt/slides/charts/chart1.xml" Id="R16fea9e76d3a4980" /><Relationship Type="http://schemas.openxmlformats.org/officeDocument/2006/relationships/notesSlide" Target="/ppt/notesSlides/notesSlide4.xml" Id="R8db4c69a09ce4d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a11028d80457a" /><Relationship Type="http://schemas.openxmlformats.org/officeDocument/2006/relationships/notesSlide" Target="/ppt/notesSlides/notesSlide5.xml" Id="Rffc0f997be5f4e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83f962834b2a" /><Relationship Type="http://schemas.openxmlformats.org/officeDocument/2006/relationships/notesSlide" Target="/ppt/notesSlides/notesSlide6.xml" Id="R3f8038d7e7294a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20d82653d4c27" /><Relationship Type="http://schemas.openxmlformats.org/officeDocument/2006/relationships/chart" Target="/ppt/slides/charts/chart2.xml" Id="R35978762e5f14f0e" /><Relationship Type="http://schemas.openxmlformats.org/officeDocument/2006/relationships/notesSlide" Target="/ppt/notesSlides/notesSlide7.xml" Id="Ra089e4d1b82949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5b35f83b6408a" /><Relationship Type="http://schemas.openxmlformats.org/officeDocument/2006/relationships/notesSlide" Target="/ppt/notesSlides/notesSlide8.xml" Id="R71be9be289f648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ca95f69cc4f45" /><Relationship Type="http://schemas.openxmlformats.org/officeDocument/2006/relationships/notesSlide" Target="/ppt/notesSlides/notesSlide9.xml" Id="R0172e8caf4c4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4227fde4493f" /><Relationship Type="http://schemas.openxmlformats.org/officeDocument/2006/relationships/notesSlide" Target="/ppt/notesSlides/notesSlide10.xml" Id="R8bce6614ea714d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Risk score</c:v>
          </c:tx>
          <c:spPr>
            <a:solidFill xmlns:a="http://schemas.openxmlformats.org/drawingml/2006/main">
              <a:srgbClr val="38BDF8"/>
            </a:solidFill>
          </c:spPr>
          <c:cat>
            <c:strRef>
              <c:f>'Chart Data'!$A$2:$A$3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22</c:v>
                </c:pt>
                <c:pt idx="1">
                  <c:v>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Endpoint/auth recall (%)</c:v>
          </c:tx>
          <c:spPr>
            <a:solidFill xmlns:a="http://schemas.openxmlformats.org/drawingml/2006/main">
              <a:srgbClr val="2DD4BF"/>
            </a:solidFill>
          </c:spPr>
          <c:cat>
            <c:strRef>
              <c:f>'Chart Data'!$A$2:$A$3</c:f>
              <c:strCache>
                <c:ptCount val="2"/>
                <c:pt idx="0">
                  <c:v>Petclinic</c:v>
                </c:pt>
                <c:pt idx="1">
                  <c:v>REST guide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E822E-E9A1-4DB9-9182-E3EFA5A6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5242E-9CCC-4AF4-8AC4-196DBE3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RISKGRAPH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E441D-177A-43E1-B7EA-4D0E26FF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Security changes,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explained by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0CDC-2969-4A5F-86B7-BDCD8422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Deterministic graph analysis for Java + Spring Boot pull requests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D2DFA-FAF1-4287-ADDC-89D34316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62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B43"/>
          </a:solidFill>
          <a:ln xmlns:a="http://schemas.openxmlformats.org/drawingml/2006/main" w="47625">
            <a:solidFill>
              <a:srgbClr val="38BDF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22  →  91</a:t>
            </a:r>
          </a:p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ALLOW    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2EA08-D94F-44F0-96F3-829CADB8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Release-candidate engineering review · 13 Sep 2026</a:t>
            </a:r>
          </a:p>
        </p:txBody>
      </p:sp>
    </p:spTree>
    <p:extLst>
      <p:ext uri="{BB962C8B-B14F-4D97-AF65-F5344CB8AC3E}">
        <p14:creationId xmlns:p14="http://schemas.microsoft.com/office/powerpoint/2010/main" val="335063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ACC53-0BB1-40FE-8657-69AA38E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4A921-5E00-48FA-AB0B-B45218B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code diff can create a new attack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4BC5C-8072-434B-A376-DDBF9300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58FED-69CA-4023-8402-2883C2A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Traditional review sees changed lines. RiskGraph asks what became reachable.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78167-D78A-40F1-8548-9A37F130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0289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9CB2B-ABD9-4BBB-8975-526101B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UNTRUSTED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5894C-78C8-4DB4-B3DD-CF97C2F9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Anonymous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5C9B-F092-4638-B002-BF89884F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67000"/>
            <a:ext cx="30289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E64A0-FEB9-45C5-B683-1179923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86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9D6BD-F274-451A-A323-4AA9BB2F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5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Authorization removed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CB886-E381-463F-8B1F-2B52C70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30289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585D6-80DB-4785-8627-3DA2972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86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6DBC5-BE88-4C4F-BA94-0E9266F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Payment data reachable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44805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DD1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10475" y="344805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DD1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E9D1F-79E6-49EE-8A7F-F96A9AA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9587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Core rule: evidence first → graph facts → advisory AI → sandbox confirmation</a:t>
            </a:r>
          </a:p>
        </p:txBody>
      </p:sp>
    </p:spTree>
    <p:extLst>
      <p:ext uri="{BB962C8B-B14F-4D97-AF65-F5344CB8AC3E}">
        <p14:creationId xmlns:p14="http://schemas.microsoft.com/office/powerpoint/2010/main" val="1326623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36233-C6E7-4AA3-8CC5-7DB935B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E8E49-F927-4C63-9C7A-FCAFE3E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Ten stages, one 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E083C-10EC-4FB7-B2FF-D487665F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D6221-ABDA-4D8B-A2D3-7607FDD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D3E0C-C119-43A2-A8E3-FA0E9D6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77473-347F-47C1-9928-471243CF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Diff · Spoon · 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A8F7C-F071-458B-803E-4D20569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FF65D-EC42-4F7E-88D1-6878AAFA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4–6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07FB9-ACBE-4C69-8043-0A8E632C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Graph · paths ·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45388-23DC-4013-BB0F-02E1E9B9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12E47-C7BF-40A4-A74A-4CC963BA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7–8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EF607-D1BE-48E1-8DDD-5C315CB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AI explanation ·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E07FD-BA4A-4241-828D-3B49C3FC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74C0D-8E08-4A71-9C5F-F28208C9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6E26C-8B5F-452E-AD10-E990B7CD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Docker-only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5F886-D967-4CD9-BFF3-5725218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FCA5A-A014-4A46-8D9F-8774EDFF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4A3FC-20E6-4D00-AB89-056EC379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ALLOW · REVIEW · BLOCK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006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247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488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1E648-8B21-47B9-AF02-E74B4A3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LLM never creates edges, scores risk, or confirms a vulnerability.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D9904-CD30-4258-8FD8-A14A0307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Every downstream module consumes the locked JSON IR—not raw source.</a:t>
            </a:r>
          </a:p>
        </p:txBody>
      </p:sp>
    </p:spTree>
    <p:extLst>
      <p:ext uri="{BB962C8B-B14F-4D97-AF65-F5344CB8AC3E}">
        <p14:creationId xmlns:p14="http://schemas.microsoft.com/office/powerpoint/2010/main" val="1795548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C3F2A-63DA-436E-8FE1-C3A183F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VALIDATED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33DBE-92CF-4ED0-B54E-055013D3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Authorization removal moves risk 22 → 91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2966B-9CDC-4A3B-A0A0-63452F7E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6572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fea9e76d3a498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3953C-31B5-4F3E-ACFE-A2909B60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4290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F6E53-2833-4CB3-BDEE-7757A1C7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+69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8F8CA-BEFF-461D-9895-FE6D9E85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risk 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F5563-9BF2-430B-933A-EDE1B84B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 new anonymous path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CRITICAL Payment resource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Docker probe: CONFIRMED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Final verdict: BLOCK</a:t>
            </a:r>
          </a:p>
        </p:txBody>
      </p:sp>
    </p:spTree>
    <p:extLst>
      <p:ext uri="{BB962C8B-B14F-4D97-AF65-F5344CB8AC3E}">
        <p14:creationId xmlns:p14="http://schemas.microsoft.com/office/powerpoint/2010/main" val="235919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404E4-D860-407C-8E7A-66BDDCDD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ACCEPTANCE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44AD1-C8DE-4863-8614-CCC7DFC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demo proves both sensitivity and restraint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DBC25-9C38-467F-AC57-63CD9015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571750"/>
                <a:gridCol w="1809750"/>
                <a:gridCol w="2476500"/>
              </a:tblGrid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Before → after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New paths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Verdict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Authorization removal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22 → 91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133350" marR="133350" marT="95250" marB="95250">
                    <a:solidFill>
                      <a:srgbClr val="3A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Safe cosmetic change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22 → 22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ALLOW</a:t>
                      </a:r>
                    </a:p>
                  </a:txBody>
                  <a:tcPr marL="133350" marR="133350" marT="95250" marB="95250">
                    <a:solidFill>
                      <a:srgbClr val="1237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New public sensitive endpoint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0 → 65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133350" marR="133350" marT="95250" marB="95250">
                    <a:solidFill>
                      <a:srgbClr val="3A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Sensitive resource exposure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8 → 65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133350" marR="133350" marT="95250" marB="95250">
                    <a:solidFill>
                      <a:srgbClr val="3A1B2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39BA5-4C2C-4911-AF08-E8FA52A8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A safe change stays ALLOW: the system does not manufacture risk from ordinary diffs.</a:t>
            </a:r>
          </a:p>
        </p:txBody>
      </p:sp>
    </p:spTree>
    <p:extLst>
      <p:ext uri="{BB962C8B-B14F-4D97-AF65-F5344CB8AC3E}">
        <p14:creationId xmlns:p14="http://schemas.microsoft.com/office/powerpoint/2010/main" val="1715425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00794-2E0C-4957-A292-AB56D1ED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16-WEEK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B7E4E-EB6C-4A60-97A2-D17E823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What is complete—and what is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6621B-7549-41FA-B65A-D5B90A2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191250"/>
                <a:gridCol w="2381250"/>
              </a:tblGrid>
              <a:tr h="6270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33350" marR="133350" marT="85725" marB="85725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Evidence now</a:t>
                      </a:r>
                    </a:p>
                  </a:txBody>
                  <a:tcPr marL="133350" marR="133350" marT="85725" marB="85725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133350" marR="133350" marT="85725" marB="85725">
                    <a:solidFill>
                      <a:srgbClr val="2DD4B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Weeks 1–7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Contracts, source extraction, identity, risk scope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133350" marR="133350" marT="76200" marB="76200">
                    <a:solidFill>
                      <a:srgbClr val="12372E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Weeks 8–10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Native E2E + prior Docker confirmation; CI rerun added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CI PENDING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 11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Real PR workflow + SARIF + stable fingerprints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PR PENDING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 12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2 OSS runs complete; independent human review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REVIEW PENDING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Weeks 13–16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Regression, package, scans, deck; final tag gated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IN PROGRESS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B54E9-0CEF-4D02-A78F-11F67978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The marker advances only after automated, tested, documented, reproducible evidence.</a:t>
            </a:r>
          </a:p>
        </p:txBody>
      </p:sp>
    </p:spTree>
    <p:extLst>
      <p:ext uri="{BB962C8B-B14F-4D97-AF65-F5344CB8AC3E}">
        <p14:creationId xmlns:p14="http://schemas.microsoft.com/office/powerpoint/2010/main" val="1180203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2325C-ABDE-4FFF-8007-3E3B0108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WEEK 12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BA732-6394-460B-8035-018D4D33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External checks expose the analyzer’s real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18546-7B8A-45E3-91DB-394B6C0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978762e5f14f0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69D46-DB56-4F73-9938-62F6182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0500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B323B-5722-47EB-B896-51BC8689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PETCLINIC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6AFE7-93EC-4102-88C0-5A1C726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 / 2 rows</a:t>
            </a:r>
          </a:p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Ambiguous resource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8DD83-3B9A-4147-BA56-12172E9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67125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CCAF1-24E0-4861-BF14-FBC6F8EA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REST GUIDE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5438A-FCC4-454A-8A3F-619CE29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 / 2 rows</a:t>
            </a:r>
          </a:p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Spoon model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58961-2BD9-49C0-AFEA-E13C223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Both remain REVIEW. Human label review is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1709045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E1519-D267-4B54-AD67-46DB93A1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ENGINEERING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692BF-5A2D-4B56-9576-DEBD4408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Release hardening closes the audit’s highest-risk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E9BD3-6A6A-497C-BDB5-3BDEB1A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D92D7-5993-45AE-BE17-41F9436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9C091-AAF7-4583-A524-66CBCB1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08229-79F7-4986-A79A-F76E7021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Stable repository identity + unique project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05415-9F8D-4C89-AC84-D0B4C85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145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752B9-93E5-4BBD-B506-88844E8C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85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DB3C0-949B-4597-A52E-216D8FB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09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Risk compares the same route/resource 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EBC2E-CEC4-4477-AE59-04290E9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9CEFF-5E43-424D-9925-7CCD77C7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59D0F-10A1-4429-93F7-C165E3E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Atomic validation merge + provider backpressure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AFC98-BEA9-4DAD-A5E5-E2287B0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95625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8FDEB-418D-4827-BBC3-92611273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67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55239-1C31-4F8B-A5DE-966F275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909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Account/IP rate limits; explicit local GitHub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119C2-C9A4-4E8A-91A9-8F94E55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7E544-315F-4814-A7D3-A5BEA144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7E33D-9C86-451D-9FD6-68E4F7A1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Digest-pinned images + Trivy CI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CB5FC-FA75-4456-930C-A21B7832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675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E0C71-9D66-4716-BE0B-8A3FE13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96501-0E84-44F0-9113-91C224EF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720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Verified deterministic ZIP + SHA-256 manifest</a:t>
            </a:r>
          </a:p>
        </p:txBody>
      </p:sp>
    </p:spTree>
    <p:extLst>
      <p:ext uri="{BB962C8B-B14F-4D97-AF65-F5344CB8AC3E}">
        <p14:creationId xmlns:p14="http://schemas.microsoft.com/office/powerpoint/2010/main" val="15649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0C5E6-FF2A-4AFE-9E7A-4335FDD7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RELEASE REHEARSAL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22168-2F66-4D99-9D5F-9BD63CE1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release claim is a bundle of reproducible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862FB-1CC1-44AA-A472-39E4F02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913E7-7E8B-4C19-A1AE-087148B0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AEEDD-6DB8-4447-AB32-EB83B9F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62A50-273C-49E1-B88D-AD2B526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Run all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8642F-1854-438C-96F9-7344D28A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Python · Maven ·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727FE-954B-438F-9AEA-5B6F173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42949-001C-4C07-BC16-FCB03BE7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175A9-924B-4060-BB5C-C28EC1CC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14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Exercise containers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AEDD9-E804-4168-B845-6F80E00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Compose · DinD · 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1ED4B-9496-478F-A6FB-E84EC5A7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E30E3-E022-4BD8-B284-9773FA14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DC6CA-FC52-4E06-A824-6E7BE32C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Scan supply 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589DB-2346-41A3-8FEB-138E5CB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Critical CVEs · secrets · config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3E740-DE27-4921-A5E7-1BB8812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ABA3B-439C-40DD-BF89-11EBF90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D4A92-AEB7-42E5-B8AA-D446BBA0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Package deterministically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E2777-2A17-4517-9368-993B1184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Sorted files · fixed timestamps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F22D9-6AB9-4B91-992F-6D67D61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68F7A-ACB5-482C-9C8B-4687E73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86203-F8B4-48D1-A852-79A6F2FB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Publish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35BEB-AD43-45B6-96E6-AE5DC491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ZIP · SHA-256 · CI artifacts</a:t>
            </a:r>
          </a:p>
        </p:txBody>
      </p:sp>
    </p:spTree>
    <p:extLst>
      <p:ext uri="{BB962C8B-B14F-4D97-AF65-F5344CB8AC3E}">
        <p14:creationId xmlns:p14="http://schemas.microsoft.com/office/powerpoint/2010/main" val="69417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83E62-2815-40CB-A6E0-E84CFC8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HONEST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309B5-335E-4D2F-A910-E4603257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Engineering-complete is not</a:t>
            </a:r>
          </a:p>
          <a:p xmlns:a="http://schemas.openxmlformats.org/drawingml/2006/main">
            <a:pPr algn="l">
              <a:defRPr sz="32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same as submission-complete.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EFFB5-8DBA-4BA8-B088-832C86D4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905375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1F372-7D6B-4EE3-AAA1-F7601739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6C858-9A50-4E79-84C7-D14C2EB3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Core fixes · regression generation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external runs · release automation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security hardening ·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1AC7A-61E1-40D3-BCDF-55BB781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905375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84FFC-35D5-4C80-97FD-AA70C6E5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MUST PASS BEFORE v1.0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EEA42-4739-45EA-ACE7-72B70E85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Real PR checks · Docker CI smoke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independent human label review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release approval · final tag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C5026-E83B-4D08-8CCE-625F14C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RiskGraph blocks unsafe reachability—</a:t>
            </a:r>
          </a:p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and unsupported release claims too.</a:t>
            </a:r>
          </a:p>
        </p:txBody>
      </p:sp>
    </p:spTree>
    <p:extLst>
      <p:ext uri="{BB962C8B-B14F-4D97-AF65-F5344CB8AC3E}">
        <p14:creationId xmlns:p14="http://schemas.microsoft.com/office/powerpoint/2010/main" val="1205406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2026-09-13T11:30:36.7200000Z</dcterms:created>
  <dcterms:modified xsi:type="dcterms:W3CDTF">2026-09-13T11:30:36.7200000Z</dcterms:modified>
</coreProperties>
</file>